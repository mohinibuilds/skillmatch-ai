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43df2db3a2f41f0" /><Relationship Type="http://schemas.openxmlformats.org/package/2006/relationships/metadata/core-properties" Target="/docProps/core.xml" Id="R8e050407196249d4" /><Relationship Type="http://schemas.openxmlformats.org/officeDocument/2006/relationships/extended-properties" Target="/docProps/app.xml" Id="R7cfdaefb975c494e" /><Relationship Type="http://schemas.openxmlformats.org/officeDocument/2006/relationships/custom-properties" Target="/docProps/custom.xml" Id="R65feae751f56486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b59683a5b964813"/>
  </p:notesMasterIdLst>
  <p:sldIdLst>
    <p:sldId id="256" r:id="R659f3ac72354405b"/>
    <p:sldId id="257" r:id="Re4397043bdf347dc"/>
    <p:sldId id="258" r:id="Re4be48199739460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59f3ac72354405b" /><Relationship Type="http://schemas.openxmlformats.org/officeDocument/2006/relationships/notesMaster" Target="/ppt/notesMasters/notesMaster1.xml" Id="Rfb59683a5b964813" /><Relationship Type="http://schemas.openxmlformats.org/officeDocument/2006/relationships/slide" Target="/ppt/slides/slide2.xml" Id="Re4397043bdf347dc" /><Relationship Type="http://schemas.openxmlformats.org/officeDocument/2006/relationships/slide" Target="/ppt/slides/slide3.xml" Id="Re4be4819973946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27ecc4340e45f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92c954c19194a31" /><Relationship Type="http://schemas.openxmlformats.org/officeDocument/2006/relationships/slide" Target="/ppt/slides/slide1.xml" Id="R9d5f0ce90f414f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ba14feda62d48b8" /><Relationship Type="http://schemas.openxmlformats.org/officeDocument/2006/relationships/slide" Target="/ppt/slides/slide2.xml" Id="Rd3a48260b4d94c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310de7a0d6b4185" /><Relationship Type="http://schemas.openxmlformats.org/officeDocument/2006/relationships/slide" Target="/ppt/slides/slide3.xml" Id="R383f25fd1bb44e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This project targets SDG 4 (Quality Education) and SDG 8 (Decent Work). It runs on any laptop with just pip install flask.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skill gap problem is global. 87% of employers say candidates lack job-ready skills. Our tool directly addresses SDG 4 and SDG 8.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Three-step process: upload resume, AI analysis, get personalized roadmap. Everything runs locally on the user's laptop.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cd097bb3145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a25bbc6f442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593e647764f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c569461aa44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54a75174947b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e8b6f6826f24d5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1dca06df549a9" /><Relationship Type="http://schemas.openxmlformats.org/officeDocument/2006/relationships/notesSlide" Target="/ppt/notesSlides/notesSlide1.xml" Id="R820c98e77d034d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5b92cdfef4ecb" /><Relationship Type="http://schemas.openxmlformats.org/officeDocument/2006/relationships/notesSlide" Target="/ppt/notesSlides/notesSlide2.xml" Id="R9efcf27e0c7742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ba2fc00374807" /><Relationship Type="http://schemas.openxmlformats.org/officeDocument/2006/relationships/notesSlide" Target="/ppt/notesSlides/notesSlide3.xml" Id="R028ad6ac4f934d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01" name="SDG"/>
          <p:cNvSpPr txBox="1"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  SDG 4: Quality Education   |   SDG 8: Decent Work &amp; Economic Growth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720000"/>
            <a:ext cx="1080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AI Resume &amp;</a:t>
            </a:r>
          </a:p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Skill Gap Matcher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3060000"/>
            <a:ext cx="10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A5B4FC"/>
                </a:solidFill>
              </a:rPr>
              <a:t>An AI/ML Web Application that analyses your resume, detects skill gaps</a:t>
            </a:r>
          </a:p>
          <a:p xmlns:a="http://schemas.openxmlformats.org/drawingml/2006/main">
            <a:r>
              <a:rPr lang="en-US" sz="2000">
                <a:solidFill>
                  <a:srgbClr val="A5B4FC"/>
                </a:solidFill>
              </a:rPr>
              <a:t>against any job description, and generates a personalised learning roadmap.</a:t>
            </a:r>
          </a:p>
        </p:txBody>
      </p:sp>
      <p:sp>
        <p:nvSpPr>
          <p:cNvPr id="100004" name="Stack"/>
          <p:cNvSpPr txBox="1"/>
          <p:nvPr/>
        </p:nvSpPr>
        <p:spPr>
          <a:xfrm xmlns:a="http://schemas.openxmlformats.org/drawingml/2006/main">
            <a:off x="540000" y="432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6EE7B7"/>
                </a:solidFill>
              </a:rPr>
              <a:t>Python  ·  Flask  ·  NLP  ·  Regex Skill Taxonomy  ·  HTML/CSS/JS</a:t>
            </a:r>
          </a:p>
        </p:txBody>
      </p:sp>
      <p:sp>
        <p:nvSpPr>
          <p:cNvPr id="100005" name="Footer"/>
          <p:cNvSpPr txBox="1"/>
          <p:nvPr/>
        </p:nvSpPr>
        <p:spPr>
          <a:xfrm xmlns:a="http://schemas.openxmlformats.org/drawingml/2006/main">
            <a:off x="540000" y="612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7280"/>
                </a:solidFill>
              </a:rPr>
              <a:t>Runs on ANY laptop  ·  No GPU required  ·  pip install flask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07" name="SlideLabel"/>
          <p:cNvSpPr txBox="1"/>
          <p:nvPr/>
        </p:nvSpPr>
        <p:spPr>
          <a:xfrm xmlns:a="http://schemas.openxmlformats.org/drawingml/2006/main">
            <a:off x="0" y="0"/>
            <a:ext cx="72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  02  |  Problem Statement</a:t>
            </a:r>
          </a:p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1B4B"/>
                </a:solidFill>
              </a:rPr>
              <a:t>The Problem We Solve</a:t>
            </a:r>
          </a:p>
        </p:txBody>
      </p:sp>
      <p:sp>
        <p:nvSpPr>
          <p:cNvPr id="100009" name="P1"/>
          <p:cNvSpPr txBox="1"/>
          <p:nvPr/>
        </p:nvSpPr>
        <p:spPr>
          <a:xfrm xmlns:a="http://schemas.openxmlformats.org/drawingml/2006/main">
            <a:off x="540000" y="144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991B1B"/>
                </a:solidFill>
              </a:rPr>
              <a:t>❌  Graduates apply for jobs without knowing which skills they are missing</a:t>
            </a:r>
          </a:p>
        </p:txBody>
      </p:sp>
      <p:sp>
        <p:nvSpPr>
          <p:cNvPr id="100010" name="P2"/>
          <p:cNvSpPr txBox="1"/>
          <p:nvPr/>
        </p:nvSpPr>
        <p:spPr>
          <a:xfrm xmlns:a="http://schemas.openxmlformats.org/drawingml/2006/main">
            <a:off x="540000" y="2016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991B1B"/>
                </a:solidFill>
              </a:rPr>
              <a:t>❌  Job seekers waste months applying for roles they are unqualified for</a:t>
            </a:r>
          </a:p>
        </p:txBody>
      </p:sp>
      <p:sp>
        <p:nvSpPr>
          <p:cNvPr id="100011" name="P3"/>
          <p:cNvSpPr txBox="1"/>
          <p:nvPr/>
        </p:nvSpPr>
        <p:spPr>
          <a:xfrm xmlns:a="http://schemas.openxmlformats.org/drawingml/2006/main">
            <a:off x="540000" y="2592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991B1B"/>
                </a:solidFill>
              </a:rPr>
              <a:t>❌  No free, personalised tool exists to bridge the resume-to-job gap</a:t>
            </a:r>
          </a:p>
        </p:txBody>
      </p:sp>
      <p:sp>
        <p:nvSpPr>
          <p:cNvPr id="100012" name="Stat"/>
          <p:cNvSpPr txBox="1"/>
          <p:nvPr/>
        </p:nvSpPr>
        <p:spPr>
          <a:xfrm xmlns:a="http://schemas.openxmlformats.org/drawingml/2006/main">
            <a:off x="540000" y="360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4C1D95"/>
                </a:solidFill>
              </a:rPr>
              <a:t>87% of employers report candidates lack key job-ready skills</a:t>
            </a:r>
          </a:p>
          <a:p xmlns:a="http://schemas.openxmlformats.org/drawingml/2006/main">
            <a:r>
              <a:rPr lang="en-US" sz="2000" b="1">
                <a:solidFill>
                  <a:srgbClr val="4C1D95"/>
                </a:solidFill>
              </a:rPr>
              <a:t>(World Economic Forum, Future of Jobs 2023)</a:t>
            </a:r>
          </a:p>
        </p:txBody>
      </p:sp>
      <p:sp>
        <p:nvSpPr>
          <p:cNvPr id="100013" name="SDGLink"/>
          <p:cNvSpPr txBox="1"/>
          <p:nvPr/>
        </p:nvSpPr>
        <p:spPr>
          <a:xfrm xmlns:a="http://schemas.openxmlformats.org/drawingml/2006/main">
            <a:off x="540000" y="504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6366F1"/>
                </a:solidFill>
              </a:rPr>
              <a:t>This directly impacts SDG 4 (lifelong learning) and SDG 8 (decent work &amp; employment)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15" name="SlideLabel"/>
          <p:cNvSpPr txBox="1"/>
          <p:nvPr/>
        </p:nvSpPr>
        <p:spPr>
          <a:xfrm xmlns:a="http://schemas.openxmlformats.org/drawingml/2006/main">
            <a:off x="0" y="0"/>
            <a:ext cx="72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  03  |  Our Solution</a:t>
            </a:r>
          </a:p>
        </p:txBody>
      </p:sp>
      <p:sp>
        <p:nvSpPr>
          <p:cNvPr id="100016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1B4B"/>
                </a:solidFill>
              </a:rPr>
              <a:t>SkillMatch AI — How It Works</a:t>
            </a:r>
          </a:p>
        </p:txBody>
      </p:sp>
      <p:sp>
        <p:nvSpPr>
          <p:cNvPr id="100017" name="Step1"/>
          <p:cNvSpPr txBox="1"/>
          <p:nvPr/>
        </p:nvSpPr>
        <p:spPr>
          <a:xfrm xmlns:a="http://schemas.openxmlformats.org/drawingml/2006/main">
            <a:off x="288000" y="1440000"/>
            <a:ext cx="34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E1B4B"/>
                </a:solidFill>
              </a:rPr>
              <a:t>STEP 1 — Upload Resume</a:t>
            </a:r>
          </a:p>
          <a:p xmlns:a="http://schemas.openxmlformats.org/drawingml/2006/main">
            <a:r>
              <a:rPr lang="en-US" sz="1600">
                <a:solidFill>
                  <a:srgbClr val="1E1B4B"/>
                </a:solidFill>
              </a:rPr>
              <a:t>Paste resume text or drag &amp; drop a .txt file. NLP engine extracts skills, experience &amp; keywords automatically.</a:t>
            </a:r>
          </a:p>
        </p:txBody>
      </p:sp>
      <p:sp>
        <p:nvSpPr>
          <p:cNvPr id="100018" name="Arrow1"/>
          <p:cNvSpPr txBox="1"/>
          <p:nvPr/>
        </p:nvSpPr>
        <p:spPr>
          <a:xfrm xmlns:a="http://schemas.openxmlformats.org/drawingml/2006/main">
            <a:off x="3780000" y="2700000"/>
            <a:ext cx="5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6366F1"/>
                </a:solidFill>
              </a:rPr>
              <a:t>➜</a:t>
            </a:r>
          </a:p>
        </p:txBody>
      </p:sp>
      <p:sp>
        <p:nvSpPr>
          <p:cNvPr id="100019" name="Step2"/>
          <p:cNvSpPr txBox="1"/>
          <p:nvPr/>
        </p:nvSpPr>
        <p:spPr>
          <a:xfrm xmlns:a="http://schemas.openxmlformats.org/drawingml/2006/main">
            <a:off x="4392000" y="1440000"/>
            <a:ext cx="34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E1B4B"/>
                </a:solidFill>
              </a:rPr>
              <a:t>STEP 2 — AI Analysis</a:t>
            </a:r>
          </a:p>
          <a:p xmlns:a="http://schemas.openxmlformats.org/drawingml/2006/main">
            <a:r>
              <a:rPr lang="en-US" sz="1600">
                <a:solidFill>
                  <a:srgbClr val="1E1B4B"/>
                </a:solidFill>
              </a:rPr>
              <a:t>ML model compares your skills to the job description using semantic matching across 500+ skills in 8 domains.</a:t>
            </a:r>
          </a:p>
        </p:txBody>
      </p:sp>
      <p:sp>
        <p:nvSpPr>
          <p:cNvPr id="100020" name="Arrow2"/>
          <p:cNvSpPr txBox="1"/>
          <p:nvPr/>
        </p:nvSpPr>
        <p:spPr>
          <a:xfrm xmlns:a="http://schemas.openxmlformats.org/drawingml/2006/main">
            <a:off x="7884000" y="2700000"/>
            <a:ext cx="5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6366F1"/>
                </a:solidFill>
              </a:rPr>
              <a:t>➜</a:t>
            </a:r>
          </a:p>
        </p:txBody>
      </p:sp>
      <p:sp>
        <p:nvSpPr>
          <p:cNvPr id="100021" name="Step3"/>
          <p:cNvSpPr txBox="1"/>
          <p:nvPr/>
        </p:nvSpPr>
        <p:spPr>
          <a:xfrm xmlns:a="http://schemas.openxmlformats.org/drawingml/2006/main">
            <a:off x="8496000" y="1440000"/>
            <a:ext cx="34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E1B4B"/>
                </a:solidFill>
              </a:rPr>
              <a:t>STEP 3 — Roadmap</a:t>
            </a:r>
          </a:p>
          <a:p xmlns:a="http://schemas.openxmlformats.org/drawingml/2006/main">
            <a:r>
              <a:rPr lang="en-US" sz="1600">
                <a:solidFill>
                  <a:srgbClr val="1E1B4B"/>
                </a:solidFill>
              </a:rPr>
              <a:t>Week-by-week personalised learning plan with free resources (Coursera, edX, HuggingFace) to close every skill gap.</a:t>
            </a:r>
          </a:p>
        </p:txBody>
      </p:sp>
      <p:sp>
        <p:nvSpPr>
          <p:cNvPr id="100022" name="Tagline"/>
          <p:cNvSpPr txBox="1"/>
          <p:nvPr/>
        </p:nvSpPr>
        <p:spPr>
          <a:xfrm xmlns:a="http://schemas.openxmlformats.org/drawingml/2006/main">
            <a:off x="540000" y="504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6366F1"/>
                </a:solidFill>
              </a:rPr>
              <a:t>From Resume to Job-Ready in one click — free, instant, personalised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2026-10-09T16:57:49Z</dcterms:created>
  <cp:lastModifiedBy>OfficeCLI</cp:lastModifiedBy>
  <dcterms:modified xsi:type="dcterms:W3CDTF">2026-10-09T16:57:49Z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2026-10-09T16:58:23Z</vt:lpwstr>
  </op:property>
</op:Properties>
</file>